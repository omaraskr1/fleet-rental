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5C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EVENTDRIVE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&amp; Event Vehicle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Rental Platform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booking, fleet management, maintenance tracking, and AI-assisted analytics — built and running end to end.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 —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apps, one platform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EventDrive is built around a simple split: a booking experience for clients, and a management cockpit for fleet owners — sharing one multi-tenant backend, so every company gets its own isolated, branded instance.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300984"/>
            <a:ext cx="128016" cy="128016"/>
          </a:xfrm>
          <a:prstGeom prst="ellipse">
            <a:avLst/>
          </a:prstGeom>
          <a:solidFill>
            <a:srgbClr val="5C7CF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136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fleet, check live availability, request bookings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050792"/>
            <a:ext cx="128016" cy="128016"/>
          </a:xfrm>
          <a:prstGeom prst="ellipse">
            <a:avLst/>
          </a:prstGeom>
          <a:solidFill>
            <a:srgbClr val="5C7CF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admin 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1788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requests, manage vehicles, track maintenance, see profit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800600"/>
            <a:ext cx="128016" cy="128016"/>
          </a:xfrm>
          <a:prstGeom prst="ellipse">
            <a:avLst/>
          </a:prstGeom>
          <a:solidFill>
            <a:srgbClr val="5C7CF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36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core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9286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company's data is fully isolated behind its own login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550408"/>
            <a:ext cx="128016" cy="128016"/>
          </a:xfrm>
          <a:prstGeom prst="ellipse">
            <a:avLst/>
          </a:prstGeom>
          <a:solidFill>
            <a:srgbClr val="5C7CF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3858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+ themed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6784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Arabic (RTL) and English, light and dark modes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53912" y="1307592"/>
            <a:ext cx="5340096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A1030">
                <a:alpha val="35000"/>
              </a:srgbClr>
            </a:outerShdw>
          </a:effectLst>
        </p:spPr>
      </p:sp>
      <p:pic>
        <p:nvPicPr>
          <p:cNvPr id="18" name="Image 0" descr="C:\Users\omara\AppData\Local\Temp\claude\D--projects-EventDrive\a1456a46-187b-4005-a43c-2ffa73af29d4\scratchpad\deck_screens\01_client_fl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417320"/>
            <a:ext cx="5120640" cy="394106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EventDrive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availability, real bookings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pick a vehicle, see a real per-day availability calendar (not a guess), and submit a request in a couple of taps. Every car carries its category, seats, and pricing — per day or per event.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C7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74520" y="38587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categories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C7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874520" y="48188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models — per day / per event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53912" y="1307592"/>
            <a:ext cx="5340096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A1030">
                <a:alpha val="35000"/>
              </a:srgbClr>
            </a:outerShdw>
          </a:effectLst>
        </p:spPr>
      </p:sp>
      <p:pic>
        <p:nvPicPr>
          <p:cNvPr id="10" name="Image 0" descr="C:\Users\omara\AppData\Local\Temp\claude\D--projects-EventDrive\a1456a46-187b-4005-a43c-2ffa73af29d4\scratchpad\deck_screens\02_car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417320"/>
            <a:ext cx="5120640" cy="39410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EventDrive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markets, real preferences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English/Arabic localization with proper right-to-left mirroring, plus a light and dark theme — not just a color swap, the whole layout flips.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2104" y="2258568"/>
            <a:ext cx="3392424" cy="2642616"/>
          </a:xfrm>
          <a:prstGeom prst="roundRect">
            <a:avLst>
              <a:gd name="adj" fmla="val 2076"/>
            </a:avLst>
          </a:prstGeom>
          <a:solidFill>
            <a:srgbClr val="141A47"/>
          </a:solidFill>
          <a:ln/>
        </p:spPr>
      </p:sp>
      <p:pic>
        <p:nvPicPr>
          <p:cNvPr id="6" name="Image 0" descr="C:\Users\omara\AppData\Local\Temp\claude\D--projects-EventDrive\a1456a46-187b-4005-a43c-2ffa73af29d4\scratchpad\deck_screens\03_profile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31720"/>
            <a:ext cx="3246120" cy="2496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5256" y="49377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98264" y="2258568"/>
            <a:ext cx="3392424" cy="2642616"/>
          </a:xfrm>
          <a:prstGeom prst="roundRect">
            <a:avLst>
              <a:gd name="adj" fmla="val 2076"/>
            </a:avLst>
          </a:prstGeom>
          <a:solidFill>
            <a:srgbClr val="141A47"/>
          </a:solidFill>
          <a:ln/>
        </p:spPr>
      </p:sp>
      <p:pic>
        <p:nvPicPr>
          <p:cNvPr id="9" name="Image 1" descr="C:\Users\omara\AppData\Local\Temp\claude\D--projects-EventDrive\a1456a46-187b-4005-a43c-2ffa73af29d4\scratchpad\deck_screens\04_profile_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331720"/>
            <a:ext cx="3246120" cy="2496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71416" y="49377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العربية (RTL)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964424" y="2258568"/>
            <a:ext cx="3392424" cy="2642616"/>
          </a:xfrm>
          <a:prstGeom prst="roundRect">
            <a:avLst>
              <a:gd name="adj" fmla="val 2076"/>
            </a:avLst>
          </a:prstGeom>
          <a:solidFill>
            <a:srgbClr val="141A47"/>
          </a:solidFill>
          <a:ln/>
        </p:spPr>
      </p:sp>
      <p:pic>
        <p:nvPicPr>
          <p:cNvPr id="12" name="Image 2" descr="C:\Users\omara\AppData\Local\Temp\claude\D--projects-EventDrive\a1456a46-187b-4005-a43c-2ffa73af29d4\scratchpad\deck_screens\05_profile_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2331720"/>
            <a:ext cx="3246120" cy="2496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37576" y="49377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theme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EventDrive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COCKPIT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requests, with a memory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lands in one queue with the client, event, and attendance details. As decisions pile up, the system starts predicting approval likelihood from the fleet's own history — flagging requests worth a second look.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F2F4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0690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your own approval history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43708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cold-start guesswork — predictions activate once enough decisions exist.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53912" y="1307592"/>
            <a:ext cx="5340096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A1030">
                <a:alpha val="35000"/>
              </a:srgbClr>
            </a:outerShdw>
          </a:effectLst>
        </p:spPr>
      </p:sp>
      <p:pic>
        <p:nvPicPr>
          <p:cNvPr id="9" name="Image 0" descr="C:\Users\omara\AppData\Local\Temp\claude\D--projects-EventDrive\a1456a46-187b-4005-a43c-2ffa73af29d4\scratchpad\deck_screens\06_admin_reque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417320"/>
            <a:ext cx="5120640" cy="3941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EventDrive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COCKPIT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vehicle, one calendar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30-day grid across the whole fleet — open, requested, and booked days at a glance. No more checking each car's page one at a time to plan the week.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53912" y="1307592"/>
            <a:ext cx="5340096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A1030">
                <a:alpha val="35000"/>
              </a:srgbClr>
            </a:outerShdw>
          </a:effectLst>
        </p:spPr>
      </p:sp>
      <p:pic>
        <p:nvPicPr>
          <p:cNvPr id="6" name="Image 0" descr="C:\Users\omara\AppData\Local\Temp\claude\D--projects-EventDrive\a1456a46-187b-4005-a43c-2ffa73af29d4\scratchpad\deck_screens\07_admin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417320"/>
            <a:ext cx="5120640" cy="3941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EventDrive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COCKPIT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control over the fleet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retire, or remove vehicles at any time. Set the rate as per-day or per-event pricing — a branded roadshow truck and a wedding sedan don't sell the same way, so they don't have to be priced the same way.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53912" y="941832"/>
            <a:ext cx="5340096" cy="4032504"/>
          </a:xfrm>
          <a:prstGeom prst="roundRect">
            <a:avLst>
              <a:gd name="adj" fmla="val 1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A1030">
                <a:alpha val="35000"/>
              </a:srgbClr>
            </a:outerShdw>
          </a:effectLst>
        </p:spPr>
      </p:sp>
      <p:pic>
        <p:nvPicPr>
          <p:cNvPr id="6" name="Image 0" descr="C:\Users\omara\AppData\Local\Temp\claude\D--projects-EventDrive\a1456a46-187b-4005-a43c-2ffa73af29d4\scratchpad\deck_screens\08_admin_vehic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051560"/>
            <a:ext cx="5120640" cy="3813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" y="3959352"/>
            <a:ext cx="3191256" cy="2505456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A1030">
                <a:alpha val="35000"/>
              </a:srgbClr>
            </a:outerShdw>
          </a:effectLst>
        </p:spPr>
      </p:sp>
      <p:pic>
        <p:nvPicPr>
          <p:cNvPr id="8" name="Image 1" descr="C:\Users\omara\AppData\Local\Temp\claude\D--projects-EventDrive\a1456a46-187b-4005-a43c-2ffa73af29d4\scratchpad\deck_screens\09_admin_addvehi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069080"/>
            <a:ext cx="297180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EventDrive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COCKPIT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that tracks itself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service types once — e.g. an oil change every 10,000 km — and every car checks itself against it automatically. Log an odometer reading and the fleet tells you exactly which vehicle needs service, and when.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76072" y="3959352"/>
            <a:ext cx="3300984" cy="2505456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A1030">
                <a:alpha val="35000"/>
              </a:srgbClr>
            </a:outerShdw>
          </a:effectLst>
        </p:spPr>
      </p:sp>
      <p:pic>
        <p:nvPicPr>
          <p:cNvPr id="6" name="Image 0" descr="C:\Users\omara\AppData\Local\Temp\claude\D--projects-EventDrive\a1456a46-187b-4005-a43c-2ffa73af29d4\scratchpad\deck_screens\10_admin_serv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069080"/>
            <a:ext cx="3081528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53912" y="941832"/>
            <a:ext cx="5340096" cy="4032504"/>
          </a:xfrm>
          <a:prstGeom prst="roundRect">
            <a:avLst>
              <a:gd name="adj" fmla="val 1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A1030">
                <a:alpha val="35000"/>
              </a:srgbClr>
            </a:outerShdw>
          </a:effectLst>
        </p:spPr>
      </p:sp>
      <p:pic>
        <p:nvPicPr>
          <p:cNvPr id="8" name="Image 1" descr="C:\Users\omara\AppData\Local\Temp\claude\D--projects-EventDrive\a1456a46-187b-4005-a43c-2ffa73af29d4\scratchpad\deck_screens\11_admin_mainten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051560"/>
            <a:ext cx="5120640" cy="3813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EventDrive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behind every booking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utilization, approval rate, and per-car profitability in one dashboard — plus demand forecasting by vehicle category, so fleet purchase decisions are backed by data instead of gut feel.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76072" y="3959352"/>
            <a:ext cx="3191256" cy="2505456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A1030">
                <a:alpha val="35000"/>
              </a:srgbClr>
            </a:outerShdw>
          </a:effectLst>
        </p:spPr>
      </p:sp>
      <p:pic>
        <p:nvPicPr>
          <p:cNvPr id="6" name="Image 0" descr="C:\Users\omara\AppData\Local\Temp\claude\D--projects-EventDrive\a1456a46-187b-4005-a43c-2ffa73af29d4\scratchpad\deck_screens\12_analytics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069080"/>
            <a:ext cx="297180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53912" y="941832"/>
            <a:ext cx="5340096" cy="4032504"/>
          </a:xfrm>
          <a:prstGeom prst="roundRect">
            <a:avLst>
              <a:gd name="adj" fmla="val 1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A1030">
                <a:alpha val="35000"/>
              </a:srgbClr>
            </a:outerShdw>
          </a:effectLst>
        </p:spPr>
      </p:sp>
      <p:pic>
        <p:nvPicPr>
          <p:cNvPr id="8" name="Image 1" descr="C:\Users\omara\AppData\Local\Temp\claude\D--projects-EventDrive\a1456a46-187b-4005-a43c-2ffa73af29d4\scratchpad\deck_screens\13_analytics_foreca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051560"/>
            <a:ext cx="5120640" cy="3813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EventDrive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RUN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Built. Tested. Running today.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architecture, automated test coverage across the full booking and maintenance flow, and a Docker-based environment ready to point at a real deployment.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270248"/>
            <a:ext cx="109728" cy="109728"/>
          </a:xfrm>
          <a:prstGeom prst="ellipse">
            <a:avLst/>
          </a:prstGeom>
          <a:solidFill>
            <a:srgbClr val="5C7CF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133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booking &amp; approvals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654296"/>
            <a:ext cx="109728" cy="109728"/>
          </a:xfrm>
          <a:prstGeom prst="ellipse">
            <a:avLst/>
          </a:prstGeom>
          <a:solidFill>
            <a:srgbClr val="5C7CF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5171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pricing management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038344"/>
            <a:ext cx="109728" cy="109728"/>
          </a:xfrm>
          <a:prstGeom prst="ellipse">
            <a:avLst/>
          </a:prstGeom>
          <a:solidFill>
            <a:srgbClr val="5C7CF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9011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tracking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5422392"/>
            <a:ext cx="109728" cy="109728"/>
          </a:xfrm>
          <a:prstGeom prst="ellipse">
            <a:avLst/>
          </a:prstGeom>
          <a:solidFill>
            <a:srgbClr val="5C7CF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285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forecasting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5806440"/>
            <a:ext cx="109728" cy="109728"/>
          </a:xfrm>
          <a:prstGeom prst="ellipse">
            <a:avLst/>
          </a:prstGeom>
          <a:solidFill>
            <a:srgbClr val="5C7CFA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/ English, light / dark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2026-08-08T21:49:26Z</dcterms:created>
  <dcterms:modified xsi:type="dcterms:W3CDTF">2026-08-08T21:49:26Z</dcterms:modified>
</cp:coreProperties>
</file>